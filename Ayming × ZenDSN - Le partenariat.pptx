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hyperlink" Target="https://www.ayming.fr/contactez-nous/?utm_source=slides-sales&amp;utm_medium=qrcode&amp;utm_campaign=charges-sociales-zendsn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7933481" y="4289202"/>
            <a:ext cx="3183556" cy="175773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